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mud Elmurodov" userId="05b60eda1ae57a74" providerId="LiveId" clId="{946892CE-ACB9-4EA6-ABA2-7197EAE08C24}"/>
    <pc:docChg chg="undo custSel modSld">
      <pc:chgData name="Mahmud Elmurodov" userId="05b60eda1ae57a74" providerId="LiveId" clId="{946892CE-ACB9-4EA6-ABA2-7197EAE08C24}" dt="2026-05-26T07:50:49.608" v="1149" actId="1035"/>
      <pc:docMkLst>
        <pc:docMk/>
      </pc:docMkLst>
      <pc:sldChg chg="addSp delSp modSp mod">
        <pc:chgData name="Mahmud Elmurodov" userId="05b60eda1ae57a74" providerId="LiveId" clId="{946892CE-ACB9-4EA6-ABA2-7197EAE08C24}" dt="2026-05-26T07:18:50.924" v="1100" actId="1037"/>
        <pc:sldMkLst>
          <pc:docMk/>
          <pc:sldMk cId="0" sldId="256"/>
        </pc:sldMkLst>
        <pc:spChg chg="del">
          <ac:chgData name="Mahmud Elmurodov" userId="05b60eda1ae57a74" providerId="LiveId" clId="{946892CE-ACB9-4EA6-ABA2-7197EAE08C24}" dt="2026-05-26T05:25:11.823" v="482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25:10.979" v="481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25:09.413" v="480" actId="478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5:25:15.521" v="484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25:16.794" v="485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25:18.769" v="486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25:20.314" v="487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25:21.738" v="488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25:23.393" v="489" actId="478"/>
          <ac:spMkLst>
            <pc:docMk/>
            <pc:sldMk cId="0" sldId="256"/>
            <ac:spMk id="11" creationId="{00000000-0000-0000-0000-000000000000}"/>
          </ac:spMkLst>
        </pc:spChg>
        <pc:spChg chg="add del mod ord">
          <ac:chgData name="Mahmud Elmurodov" userId="05b60eda1ae57a74" providerId="LiveId" clId="{946892CE-ACB9-4EA6-ABA2-7197EAE08C24}" dt="2026-05-26T05:45:32.615" v="679" actId="478"/>
          <ac:spMkLst>
            <pc:docMk/>
            <pc:sldMk cId="0" sldId="256"/>
            <ac:spMk id="13" creationId="{46F0F272-3BDB-4C81-8403-AD079253C7E6}"/>
          </ac:spMkLst>
        </pc:spChg>
        <pc:spChg chg="add mod">
          <ac:chgData name="Mahmud Elmurodov" userId="05b60eda1ae57a74" providerId="LiveId" clId="{946892CE-ACB9-4EA6-ABA2-7197EAE08C24}" dt="2026-05-26T05:57:28.528" v="913" actId="1036"/>
          <ac:spMkLst>
            <pc:docMk/>
            <pc:sldMk cId="0" sldId="256"/>
            <ac:spMk id="14" creationId="{80FC5086-EC8F-4E6A-8758-3B05BDE6539E}"/>
          </ac:spMkLst>
        </pc:spChg>
        <pc:spChg chg="add del mod ord">
          <ac:chgData name="Mahmud Elmurodov" userId="05b60eda1ae57a74" providerId="LiveId" clId="{946892CE-ACB9-4EA6-ABA2-7197EAE08C24}" dt="2026-05-26T05:50:17.085" v="719" actId="478"/>
          <ac:spMkLst>
            <pc:docMk/>
            <pc:sldMk cId="0" sldId="256"/>
            <ac:spMk id="16" creationId="{C27993B3-7E24-4BE2-8FB8-330F0BE00D49}"/>
          </ac:spMkLst>
        </pc:spChg>
        <pc:spChg chg="add del mod ord">
          <ac:chgData name="Mahmud Elmurodov" userId="05b60eda1ae57a74" providerId="LiveId" clId="{946892CE-ACB9-4EA6-ABA2-7197EAE08C24}" dt="2026-05-26T05:52:49.916" v="772" actId="478"/>
          <ac:spMkLst>
            <pc:docMk/>
            <pc:sldMk cId="0" sldId="256"/>
            <ac:spMk id="17" creationId="{073AC450-85E4-4F22-B4C7-AC1D6352430B}"/>
          </ac:spMkLst>
        </pc:spChg>
        <pc:spChg chg="add del">
          <ac:chgData name="Mahmud Elmurodov" userId="05b60eda1ae57a74" providerId="LiveId" clId="{946892CE-ACB9-4EA6-ABA2-7197EAE08C24}" dt="2026-05-26T05:52:49.208" v="771" actId="478"/>
          <ac:spMkLst>
            <pc:docMk/>
            <pc:sldMk cId="0" sldId="256"/>
            <ac:spMk id="18" creationId="{E93BBB56-81F8-4D66-92DF-0D3FD1AEA0B4}"/>
          </ac:spMkLst>
        </pc:spChg>
        <pc:spChg chg="add mod ord">
          <ac:chgData name="Mahmud Elmurodov" userId="05b60eda1ae57a74" providerId="LiveId" clId="{946892CE-ACB9-4EA6-ABA2-7197EAE08C24}" dt="2026-05-26T05:57:28.528" v="913" actId="1036"/>
          <ac:spMkLst>
            <pc:docMk/>
            <pc:sldMk cId="0" sldId="256"/>
            <ac:spMk id="19" creationId="{4E15AD76-398A-4F66-851A-8656084D0993}"/>
          </ac:spMkLst>
        </pc:spChg>
        <pc:spChg chg="add mod ord">
          <ac:chgData name="Mahmud Elmurodov" userId="05b60eda1ae57a74" providerId="LiveId" clId="{946892CE-ACB9-4EA6-ABA2-7197EAE08C24}" dt="2026-05-26T07:18:36.006" v="1076" actId="14100"/>
          <ac:spMkLst>
            <pc:docMk/>
            <pc:sldMk cId="0" sldId="256"/>
            <ac:spMk id="21" creationId="{96BB8CB5-6197-4E0F-A60A-1A2B03CA0D56}"/>
          </ac:spMkLst>
        </pc:spChg>
        <pc:spChg chg="add mod">
          <ac:chgData name="Mahmud Elmurodov" userId="05b60eda1ae57a74" providerId="LiveId" clId="{946892CE-ACB9-4EA6-ABA2-7197EAE08C24}" dt="2026-05-26T07:18:43.111" v="1087" actId="1038"/>
          <ac:spMkLst>
            <pc:docMk/>
            <pc:sldMk cId="0" sldId="256"/>
            <ac:spMk id="22" creationId="{E1A398CF-2417-4F97-8D5B-AA75B153322C}"/>
          </ac:spMkLst>
        </pc:spChg>
        <pc:spChg chg="add mod ord">
          <ac:chgData name="Mahmud Elmurodov" userId="05b60eda1ae57a74" providerId="LiveId" clId="{946892CE-ACB9-4EA6-ABA2-7197EAE08C24}" dt="2026-05-26T07:18:32.282" v="1075" actId="14100"/>
          <ac:spMkLst>
            <pc:docMk/>
            <pc:sldMk cId="0" sldId="256"/>
            <ac:spMk id="23" creationId="{60015B29-F8B3-4EF8-96B2-5773FADCC9E2}"/>
          </ac:spMkLst>
        </pc:spChg>
        <pc:spChg chg="add mod">
          <ac:chgData name="Mahmud Elmurodov" userId="05b60eda1ae57a74" providerId="LiveId" clId="{946892CE-ACB9-4EA6-ABA2-7197EAE08C24}" dt="2026-05-26T07:18:50.924" v="1100" actId="1037"/>
          <ac:spMkLst>
            <pc:docMk/>
            <pc:sldMk cId="0" sldId="256"/>
            <ac:spMk id="28" creationId="{7C2A87D1-077B-4856-BB5F-D738B02BFE74}"/>
          </ac:spMkLst>
        </pc:spChg>
        <pc:picChg chg="del mod">
          <ac:chgData name="Mahmud Elmurodov" userId="05b60eda1ae57a74" providerId="LiveId" clId="{946892CE-ACB9-4EA6-ABA2-7197EAE08C24}" dt="2026-05-26T05:25:25.032" v="491" actId="478"/>
          <ac:picMkLst>
            <pc:docMk/>
            <pc:sldMk cId="0" sldId="256"/>
            <ac:picMk id="10" creationId="{00000000-0000-0000-0000-000000000000}"/>
          </ac:picMkLst>
        </pc:picChg>
        <pc:picChg chg="add del mod">
          <ac:chgData name="Mahmud Elmurodov" userId="05b60eda1ae57a74" providerId="LiveId" clId="{946892CE-ACB9-4EA6-ABA2-7197EAE08C24}" dt="2026-05-26T05:45:32.615" v="679" actId="478"/>
          <ac:picMkLst>
            <pc:docMk/>
            <pc:sldMk cId="0" sldId="256"/>
            <ac:picMk id="1026" creationId="{1BA46B27-5A49-4D9A-B8E6-FF7BEB64C82E}"/>
          </ac:picMkLst>
        </pc:picChg>
        <pc:picChg chg="add del mod">
          <ac:chgData name="Mahmud Elmurodov" userId="05b60eda1ae57a74" providerId="LiveId" clId="{946892CE-ACB9-4EA6-ABA2-7197EAE08C24}" dt="2026-05-26T05:45:32.615" v="679" actId="478"/>
          <ac:picMkLst>
            <pc:docMk/>
            <pc:sldMk cId="0" sldId="256"/>
            <ac:picMk id="1028" creationId="{1338803F-D20D-4ACD-BC23-64404089E424}"/>
          </ac:picMkLst>
        </pc:picChg>
        <pc:picChg chg="add del mod">
          <ac:chgData name="Mahmud Elmurodov" userId="05b60eda1ae57a74" providerId="LiveId" clId="{946892CE-ACB9-4EA6-ABA2-7197EAE08C24}" dt="2026-05-26T05:41:00.471" v="630" actId="478"/>
          <ac:picMkLst>
            <pc:docMk/>
            <pc:sldMk cId="0" sldId="256"/>
            <ac:picMk id="1030" creationId="{AB2CD57F-1DF4-4EEA-B720-52470DB41EF8}"/>
          </ac:picMkLst>
        </pc:picChg>
        <pc:picChg chg="add del">
          <ac:chgData name="Mahmud Elmurodov" userId="05b60eda1ae57a74" providerId="LiveId" clId="{946892CE-ACB9-4EA6-ABA2-7197EAE08C24}" dt="2026-05-26T05:41:00.471" v="630" actId="478"/>
          <ac:picMkLst>
            <pc:docMk/>
            <pc:sldMk cId="0" sldId="256"/>
            <ac:picMk id="1032" creationId="{5A2E6E2B-CBE4-4CD2-B485-2910B407BE03}"/>
          </ac:picMkLst>
        </pc:picChg>
        <pc:picChg chg="add del mod">
          <ac:chgData name="Mahmud Elmurodov" userId="05b60eda1ae57a74" providerId="LiveId" clId="{946892CE-ACB9-4EA6-ABA2-7197EAE08C24}" dt="2026-05-26T05:45:32.615" v="679" actId="478"/>
          <ac:picMkLst>
            <pc:docMk/>
            <pc:sldMk cId="0" sldId="256"/>
            <ac:picMk id="1034" creationId="{B90BEC4C-EA71-433F-A9E9-2E17BBF5FC3D}"/>
          </ac:picMkLst>
        </pc:picChg>
        <pc:picChg chg="add mod">
          <ac:chgData name="Mahmud Elmurodov" userId="05b60eda1ae57a74" providerId="LiveId" clId="{946892CE-ACB9-4EA6-ABA2-7197EAE08C24}" dt="2026-05-26T05:57:28.528" v="913" actId="1036"/>
          <ac:picMkLst>
            <pc:docMk/>
            <pc:sldMk cId="0" sldId="256"/>
            <ac:picMk id="1036" creationId="{24574339-31AE-4041-968A-5474052C50D4}"/>
          </ac:picMkLst>
        </pc:picChg>
      </pc:sldChg>
      <pc:sldChg chg="addSp delSp modSp mod">
        <pc:chgData name="Mahmud Elmurodov" userId="05b60eda1ae57a74" providerId="LiveId" clId="{946892CE-ACB9-4EA6-ABA2-7197EAE08C24}" dt="2026-05-26T06:02:10.564" v="999" actId="478"/>
        <pc:sldMkLst>
          <pc:docMk/>
          <pc:sldMk cId="0" sldId="257"/>
        </pc:sldMkLst>
        <pc:spChg chg="del mod">
          <ac:chgData name="Mahmud Elmurodov" userId="05b60eda1ae57a74" providerId="LiveId" clId="{946892CE-ACB9-4EA6-ABA2-7197EAE08C24}" dt="2026-05-26T06:02:09.461" v="998" actId="478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6:02:08.685" v="997" actId="478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6:02:10.564" v="999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1:54.702" v="188" actId="478"/>
          <ac:spMkLst>
            <pc:docMk/>
            <pc:sldMk cId="0" sldId="257"/>
            <ac:spMk id="5" creationId="{00000000-0000-0000-0000-000000000000}"/>
          </ac:spMkLst>
        </pc:spChg>
        <pc:spChg chg="add del mod">
          <ac:chgData name="Mahmud Elmurodov" userId="05b60eda1ae57a74" providerId="LiveId" clId="{946892CE-ACB9-4EA6-ABA2-7197EAE08C24}" dt="2026-05-26T06:00:29.905" v="969" actId="2711"/>
          <ac:spMkLst>
            <pc:docMk/>
            <pc:sldMk cId="0" sldId="257"/>
            <ac:spMk id="6" creationId="{00000000-0000-0000-0000-000000000000}"/>
          </ac:spMkLst>
        </pc:spChg>
        <pc:spChg chg="add del mod">
          <ac:chgData name="Mahmud Elmurodov" userId="05b60eda1ae57a74" providerId="LiveId" clId="{946892CE-ACB9-4EA6-ABA2-7197EAE08C24}" dt="2026-05-26T06:00:29.905" v="969" actId="2711"/>
          <ac:spMkLst>
            <pc:docMk/>
            <pc:sldMk cId="0" sldId="257"/>
            <ac:spMk id="7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5:14:54.362" v="212" actId="478"/>
          <ac:spMkLst>
            <pc:docMk/>
            <pc:sldMk cId="0" sldId="257"/>
            <ac:spMk id="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29.905" v="969" actId="2711"/>
          <ac:spMkLst>
            <pc:docMk/>
            <pc:sldMk cId="0" sldId="257"/>
            <ac:spMk id="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29.905" v="969" actId="2711"/>
          <ac:spMkLst>
            <pc:docMk/>
            <pc:sldMk cId="0" sldId="257"/>
            <ac:spMk id="1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29.905" v="969" actId="2711"/>
          <ac:spMkLst>
            <pc:docMk/>
            <pc:sldMk cId="0" sldId="257"/>
            <ac:spMk id="1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29.905" v="969" actId="2711"/>
          <ac:spMkLst>
            <pc:docMk/>
            <pc:sldMk cId="0" sldId="257"/>
            <ac:spMk id="12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5:14:30.127" v="205" actId="478"/>
          <ac:spMkLst>
            <pc:docMk/>
            <pc:sldMk cId="0" sldId="257"/>
            <ac:spMk id="1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29.905" v="969" actId="2711"/>
          <ac:spMkLst>
            <pc:docMk/>
            <pc:sldMk cId="0" sldId="257"/>
            <ac:spMk id="1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29.905" v="969" actId="2711"/>
          <ac:spMkLst>
            <pc:docMk/>
            <pc:sldMk cId="0" sldId="257"/>
            <ac:spMk id="1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29.905" v="969" actId="2711"/>
          <ac:spMkLst>
            <pc:docMk/>
            <pc:sldMk cId="0" sldId="257"/>
            <ac:spMk id="1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29.905" v="969" actId="2711"/>
          <ac:spMkLst>
            <pc:docMk/>
            <pc:sldMk cId="0" sldId="257"/>
            <ac:spMk id="17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5:14:56.051" v="213" actId="478"/>
          <ac:spMkLst>
            <pc:docMk/>
            <pc:sldMk cId="0" sldId="257"/>
            <ac:spMk id="1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29.905" v="969" actId="2711"/>
          <ac:spMkLst>
            <pc:docMk/>
            <pc:sldMk cId="0" sldId="257"/>
            <ac:spMk id="1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29.905" v="969" actId="2711"/>
          <ac:spMkLst>
            <pc:docMk/>
            <pc:sldMk cId="0" sldId="257"/>
            <ac:spMk id="2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29.905" v="969" actId="2711"/>
          <ac:spMkLst>
            <pc:docMk/>
            <pc:sldMk cId="0" sldId="257"/>
            <ac:spMk id="2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29.905" v="969" actId="2711"/>
          <ac:spMkLst>
            <pc:docMk/>
            <pc:sldMk cId="0" sldId="257"/>
            <ac:spMk id="22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5:14:58.247" v="214" actId="478"/>
          <ac:spMkLst>
            <pc:docMk/>
            <pc:sldMk cId="0" sldId="257"/>
            <ac:spMk id="2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29.905" v="969" actId="2711"/>
          <ac:spMkLst>
            <pc:docMk/>
            <pc:sldMk cId="0" sldId="257"/>
            <ac:spMk id="2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29.905" v="969" actId="2711"/>
          <ac:spMkLst>
            <pc:docMk/>
            <pc:sldMk cId="0" sldId="257"/>
            <ac:spMk id="2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29.905" v="969" actId="2711"/>
          <ac:spMkLst>
            <pc:docMk/>
            <pc:sldMk cId="0" sldId="257"/>
            <ac:spMk id="26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1:51.123" v="187" actId="478"/>
          <ac:spMkLst>
            <pc:docMk/>
            <pc:sldMk cId="0" sldId="257"/>
            <ac:spMk id="28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1:49.251" v="186" actId="478"/>
          <ac:spMkLst>
            <pc:docMk/>
            <pc:sldMk cId="0" sldId="257"/>
            <ac:spMk id="29" creationId="{00000000-0000-0000-0000-000000000000}"/>
          </ac:spMkLst>
        </pc:spChg>
        <pc:picChg chg="mod">
          <ac:chgData name="Mahmud Elmurodov" userId="05b60eda1ae57a74" providerId="LiveId" clId="{946892CE-ACB9-4EA6-ABA2-7197EAE08C24}" dt="2026-05-26T05:16:26.324" v="229" actId="1076"/>
          <ac:picMkLst>
            <pc:docMk/>
            <pc:sldMk cId="0" sldId="257"/>
            <ac:picMk id="27" creationId="{00000000-0000-0000-0000-000000000000}"/>
          </ac:picMkLst>
        </pc:picChg>
      </pc:sldChg>
      <pc:sldChg chg="addSp delSp modSp mod">
        <pc:chgData name="Mahmud Elmurodov" userId="05b60eda1ae57a74" providerId="LiveId" clId="{946892CE-ACB9-4EA6-ABA2-7197EAE08C24}" dt="2026-05-26T07:25:08.699" v="1104" actId="1076"/>
        <pc:sldMkLst>
          <pc:docMk/>
          <pc:sldMk cId="0" sldId="258"/>
        </pc:sldMkLst>
        <pc:spChg chg="del mod">
          <ac:chgData name="Mahmud Elmurodov" userId="05b60eda1ae57a74" providerId="LiveId" clId="{946892CE-ACB9-4EA6-ABA2-7197EAE08C24}" dt="2026-05-26T06:02:15.474" v="1002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6:02:13.126" v="1000" actId="478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6:02:14.039" v="1001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1:36.120" v="183" actId="478"/>
          <ac:spMkLst>
            <pc:docMk/>
            <pc:sldMk cId="0" sldId="258"/>
            <ac:spMk id="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36.544" v="970" actId="2711"/>
          <ac:spMkLst>
            <pc:docMk/>
            <pc:sldMk cId="0" sldId="258"/>
            <ac:spMk id="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36.544" v="970" actId="2711"/>
          <ac:spMkLst>
            <pc:docMk/>
            <pc:sldMk cId="0" sldId="258"/>
            <ac:spMk id="7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8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4:27.423" v="204" actId="478"/>
          <ac:spMkLst>
            <pc:docMk/>
            <pc:sldMk cId="0" sldId="258"/>
            <ac:spMk id="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12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1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1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1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17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1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1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36.544" v="970" actId="2711"/>
          <ac:spMkLst>
            <pc:docMk/>
            <pc:sldMk cId="0" sldId="258"/>
            <ac:spMk id="2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2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2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2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25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4:25.879" v="203" actId="478"/>
          <ac:spMkLst>
            <pc:docMk/>
            <pc:sldMk cId="0" sldId="258"/>
            <ac:spMk id="2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36.544" v="970" actId="2711"/>
          <ac:spMkLst>
            <pc:docMk/>
            <pc:sldMk cId="0" sldId="258"/>
            <ac:spMk id="27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2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2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3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3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32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3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3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3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3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37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3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3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4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4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42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4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4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4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4:52.428" v="1102" actId="14100"/>
          <ac:spMkLst>
            <pc:docMk/>
            <pc:sldMk cId="0" sldId="258"/>
            <ac:spMk id="4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36.544" v="970" actId="2711"/>
          <ac:spMkLst>
            <pc:docMk/>
            <pc:sldMk cId="0" sldId="258"/>
            <ac:spMk id="47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52:17.458" v="765" actId="478"/>
          <ac:spMkLst>
            <pc:docMk/>
            <pc:sldMk cId="0" sldId="258"/>
            <ac:spMk id="4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36.544" v="970" actId="2711"/>
          <ac:spMkLst>
            <pc:docMk/>
            <pc:sldMk cId="0" sldId="258"/>
            <ac:spMk id="4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36.544" v="970" actId="2711"/>
          <ac:spMkLst>
            <pc:docMk/>
            <pc:sldMk cId="0" sldId="258"/>
            <ac:spMk id="5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36.544" v="970" actId="2711"/>
          <ac:spMkLst>
            <pc:docMk/>
            <pc:sldMk cId="0" sldId="258"/>
            <ac:spMk id="51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52:13.728" v="763" actId="478"/>
          <ac:spMkLst>
            <pc:docMk/>
            <pc:sldMk cId="0" sldId="258"/>
            <ac:spMk id="52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36.544" v="970" actId="2711"/>
          <ac:spMkLst>
            <pc:docMk/>
            <pc:sldMk cId="0" sldId="258"/>
            <ac:spMk id="5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36.544" v="970" actId="2711"/>
          <ac:spMkLst>
            <pc:docMk/>
            <pc:sldMk cId="0" sldId="258"/>
            <ac:spMk id="5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36.544" v="970" actId="2711"/>
          <ac:spMkLst>
            <pc:docMk/>
            <pc:sldMk cId="0" sldId="258"/>
            <ac:spMk id="55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52:15.226" v="764" actId="478"/>
          <ac:spMkLst>
            <pc:docMk/>
            <pc:sldMk cId="0" sldId="258"/>
            <ac:spMk id="5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36.544" v="970" actId="2711"/>
          <ac:spMkLst>
            <pc:docMk/>
            <pc:sldMk cId="0" sldId="258"/>
            <ac:spMk id="57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36.544" v="970" actId="2711"/>
          <ac:spMkLst>
            <pc:docMk/>
            <pc:sldMk cId="0" sldId="258"/>
            <ac:spMk id="58" creationId="{00000000-0000-0000-0000-000000000000}"/>
          </ac:spMkLst>
        </pc:spChg>
        <pc:spChg chg="add del mod">
          <ac:chgData name="Mahmud Elmurodov" userId="05b60eda1ae57a74" providerId="LiveId" clId="{946892CE-ACB9-4EA6-ABA2-7197EAE08C24}" dt="2026-05-26T06:00:36.544" v="970" actId="2711"/>
          <ac:spMkLst>
            <pc:docMk/>
            <pc:sldMk cId="0" sldId="258"/>
            <ac:spMk id="59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52:23.072" v="768" actId="478"/>
          <ac:spMkLst>
            <pc:docMk/>
            <pc:sldMk cId="0" sldId="258"/>
            <ac:spMk id="6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36.544" v="970" actId="2711"/>
          <ac:spMkLst>
            <pc:docMk/>
            <pc:sldMk cId="0" sldId="258"/>
            <ac:spMk id="6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36.544" v="970" actId="2711"/>
          <ac:spMkLst>
            <pc:docMk/>
            <pc:sldMk cId="0" sldId="258"/>
            <ac:spMk id="62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1:38.440" v="184" actId="478"/>
          <ac:spMkLst>
            <pc:docMk/>
            <pc:sldMk cId="0" sldId="258"/>
            <ac:spMk id="63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1:41.747" v="185" actId="478"/>
          <ac:spMkLst>
            <pc:docMk/>
            <pc:sldMk cId="0" sldId="258"/>
            <ac:spMk id="64" creationId="{00000000-0000-0000-0000-000000000000}"/>
          </ac:spMkLst>
        </pc:spChg>
        <pc:picChg chg="add mod">
          <ac:chgData name="Mahmud Elmurodov" userId="05b60eda1ae57a74" providerId="LiveId" clId="{946892CE-ACB9-4EA6-ABA2-7197EAE08C24}" dt="2026-05-26T07:25:08.699" v="1104" actId="1076"/>
          <ac:picMkLst>
            <pc:docMk/>
            <pc:sldMk cId="0" sldId="258"/>
            <ac:picMk id="3" creationId="{8A14E56A-75F5-4188-9094-05B001A2AE3C}"/>
          </ac:picMkLst>
        </pc:picChg>
        <pc:picChg chg="mod">
          <ac:chgData name="Mahmud Elmurodov" userId="05b60eda1ae57a74" providerId="LiveId" clId="{946892CE-ACB9-4EA6-ABA2-7197EAE08C24}" dt="2026-05-26T07:24:52.428" v="1102" actId="14100"/>
          <ac:picMkLst>
            <pc:docMk/>
            <pc:sldMk cId="0" sldId="258"/>
            <ac:picMk id="22" creationId="{00000000-0000-0000-0000-000000000000}"/>
          </ac:picMkLst>
        </pc:picChg>
      </pc:sldChg>
      <pc:sldChg chg="delSp modSp mod">
        <pc:chgData name="Mahmud Elmurodov" userId="05b60eda1ae57a74" providerId="LiveId" clId="{946892CE-ACB9-4EA6-ABA2-7197EAE08C24}" dt="2026-05-26T07:27:14.370" v="1108" actId="20577"/>
        <pc:sldMkLst>
          <pc:docMk/>
          <pc:sldMk cId="0" sldId="259"/>
        </pc:sldMkLst>
        <pc:spChg chg="del mod">
          <ac:chgData name="Mahmud Elmurodov" userId="05b60eda1ae57a74" providerId="LiveId" clId="{946892CE-ACB9-4EA6-ABA2-7197EAE08C24}" dt="2026-05-26T06:02:19.815" v="1005" actId="478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6:02:18.022" v="1003" actId="478"/>
          <ac:spMkLst>
            <pc:docMk/>
            <pc:sldMk cId="0" sldId="259"/>
            <ac:spMk id="3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6:02:18.987" v="1004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1:33.536" v="182" actId="478"/>
          <ac:spMkLst>
            <pc:docMk/>
            <pc:sldMk cId="0" sldId="259"/>
            <ac:spMk id="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7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8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4:18.537" v="201" actId="478"/>
          <ac:spMkLst>
            <pc:docMk/>
            <pc:sldMk cId="0" sldId="259"/>
            <ac:spMk id="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1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12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7:08.530" v="1106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15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4:17.436" v="200" actId="478"/>
          <ac:spMkLst>
            <pc:docMk/>
            <pc:sldMk cId="0" sldId="259"/>
            <ac:spMk id="1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17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1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7:05.338" v="1105" actId="20577"/>
          <ac:spMkLst>
            <pc:docMk/>
            <pc:sldMk cId="0" sldId="259"/>
            <ac:spMk id="2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2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22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4:16.272" v="199" actId="478"/>
          <ac:spMkLst>
            <pc:docMk/>
            <pc:sldMk cId="0" sldId="259"/>
            <ac:spMk id="2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2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2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2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7:11.669" v="1107" actId="20577"/>
          <ac:spMkLst>
            <pc:docMk/>
            <pc:sldMk cId="0" sldId="259"/>
            <ac:spMk id="27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2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29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4:20.020" v="202" actId="478"/>
          <ac:spMkLst>
            <pc:docMk/>
            <pc:sldMk cId="0" sldId="259"/>
            <ac:spMk id="3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3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32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3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27:14.370" v="1108" actId="20577"/>
          <ac:spMkLst>
            <pc:docMk/>
            <pc:sldMk cId="0" sldId="259"/>
            <ac:spMk id="3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2:31.434" v="1019" actId="1035"/>
          <ac:spMkLst>
            <pc:docMk/>
            <pc:sldMk cId="0" sldId="259"/>
            <ac:spMk id="35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1:29.510" v="180" actId="478"/>
          <ac:spMkLst>
            <pc:docMk/>
            <pc:sldMk cId="0" sldId="259"/>
            <ac:spMk id="36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1:31.436" v="181" actId="478"/>
          <ac:spMkLst>
            <pc:docMk/>
            <pc:sldMk cId="0" sldId="259"/>
            <ac:spMk id="37" creationId="{00000000-0000-0000-0000-000000000000}"/>
          </ac:spMkLst>
        </pc:spChg>
      </pc:sldChg>
      <pc:sldChg chg="delSp modSp mod">
        <pc:chgData name="Mahmud Elmurodov" userId="05b60eda1ae57a74" providerId="LiveId" clId="{946892CE-ACB9-4EA6-ABA2-7197EAE08C24}" dt="2026-05-26T07:50:49.608" v="1149" actId="1035"/>
        <pc:sldMkLst>
          <pc:docMk/>
          <pc:sldMk cId="0" sldId="260"/>
        </pc:sldMkLst>
        <pc:spChg chg="del mod">
          <ac:chgData name="Mahmud Elmurodov" userId="05b60eda1ae57a74" providerId="LiveId" clId="{946892CE-ACB9-4EA6-ABA2-7197EAE08C24}" dt="2026-05-26T06:00:54.152" v="973" actId="478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6:00:56.579" v="974" actId="478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6:00:57.614" v="975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1:21.199" v="177" actId="478"/>
          <ac:spMkLst>
            <pc:docMk/>
            <pc:sldMk cId="0" sldId="260"/>
            <ac:spMk id="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0:50.229" v="972" actId="2711"/>
          <ac:spMkLst>
            <pc:docMk/>
            <pc:sldMk cId="0" sldId="260"/>
            <ac:spMk id="6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09:06.654" v="174" actId="478"/>
          <ac:spMkLst>
            <pc:docMk/>
            <pc:sldMk cId="0" sldId="260"/>
            <ac:spMk id="8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5:09:05.587" v="173" actId="478"/>
          <ac:spMkLst>
            <pc:docMk/>
            <pc:sldMk cId="0" sldId="260"/>
            <ac:spMk id="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50:41.585" v="1126" actId="103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50:41.585" v="1126" actId="10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50:41.585" v="1126" actId="103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50:41.585" v="1126" actId="103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50:41.585" v="1126" actId="103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50:41.585" v="1126" actId="103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50:41.585" v="1126" actId="103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50:41.585" v="1126" actId="103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50:41.585" v="1126" actId="103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50:41.585" v="1126" actId="103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50:41.585" v="1126" actId="103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50:41.585" v="1126" actId="103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7:50:41.585" v="1126" actId="1036"/>
          <ac:spMkLst>
            <pc:docMk/>
            <pc:sldMk cId="0" sldId="260"/>
            <ac:spMk id="22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7:50:27.589" v="1111" actId="478"/>
          <ac:spMkLst>
            <pc:docMk/>
            <pc:sldMk cId="0" sldId="260"/>
            <ac:spMk id="23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7:50:26.655" v="1110" actId="478"/>
          <ac:spMkLst>
            <pc:docMk/>
            <pc:sldMk cId="0" sldId="260"/>
            <ac:spMk id="24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5:11:27.044" v="179" actId="478"/>
          <ac:spMkLst>
            <pc:docMk/>
            <pc:sldMk cId="0" sldId="260"/>
            <ac:spMk id="25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1:24.263" v="178" actId="478"/>
          <ac:spMkLst>
            <pc:docMk/>
            <pc:sldMk cId="0" sldId="260"/>
            <ac:spMk id="26" creationId="{00000000-0000-0000-0000-000000000000}"/>
          </ac:spMkLst>
        </pc:spChg>
        <pc:picChg chg="mod">
          <ac:chgData name="Mahmud Elmurodov" userId="05b60eda1ae57a74" providerId="LiveId" clId="{946892CE-ACB9-4EA6-ABA2-7197EAE08C24}" dt="2026-05-26T07:50:49.608" v="1149" actId="1035"/>
          <ac:picMkLst>
            <pc:docMk/>
            <pc:sldMk cId="0" sldId="260"/>
            <ac:picMk id="7" creationId="{00000000-0000-0000-0000-000000000000}"/>
          </ac:picMkLst>
        </pc:picChg>
      </pc:sldChg>
      <pc:sldChg chg="delSp modSp mod">
        <pc:chgData name="Mahmud Elmurodov" userId="05b60eda1ae57a74" providerId="LiveId" clId="{946892CE-ACB9-4EA6-ABA2-7197EAE08C24}" dt="2026-05-26T06:01:12.770" v="979" actId="478"/>
        <pc:sldMkLst>
          <pc:docMk/>
          <pc:sldMk cId="0" sldId="261"/>
        </pc:sldMkLst>
        <pc:spChg chg="del mod">
          <ac:chgData name="Mahmud Elmurodov" userId="05b60eda1ae57a74" providerId="LiveId" clId="{946892CE-ACB9-4EA6-ABA2-7197EAE08C24}" dt="2026-05-26T06:01:10.473" v="977" actId="478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6:01:11.829" v="978" actId="478"/>
          <ac:spMkLst>
            <pc:docMk/>
            <pc:sldMk cId="0" sldId="261"/>
            <ac:spMk id="3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6:01:12.770" v="979" actId="478"/>
          <ac:spMkLst>
            <pc:docMk/>
            <pc:sldMk cId="0" sldId="261"/>
            <ac:spMk id="4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2:04.240" v="189" actId="478"/>
          <ac:spMkLst>
            <pc:docMk/>
            <pc:sldMk cId="0" sldId="261"/>
            <ac:spMk id="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7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1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1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12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1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1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1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1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17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1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1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2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2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22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2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2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2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2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27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2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2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3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3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32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3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3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3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3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05.959" v="976" actId="2711"/>
          <ac:spMkLst>
            <pc:docMk/>
            <pc:sldMk cId="0" sldId="261"/>
            <ac:spMk id="37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2:06.947" v="190" actId="478"/>
          <ac:spMkLst>
            <pc:docMk/>
            <pc:sldMk cId="0" sldId="261"/>
            <ac:spMk id="39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2:09.016" v="191" actId="478"/>
          <ac:spMkLst>
            <pc:docMk/>
            <pc:sldMk cId="0" sldId="261"/>
            <ac:spMk id="40" creationId="{00000000-0000-0000-0000-000000000000}"/>
          </ac:spMkLst>
        </pc:spChg>
      </pc:sldChg>
      <pc:sldChg chg="delSp modSp mod">
        <pc:chgData name="Mahmud Elmurodov" userId="05b60eda1ae57a74" providerId="LiveId" clId="{946892CE-ACB9-4EA6-ABA2-7197EAE08C24}" dt="2026-05-26T06:01:39.058" v="990" actId="2711"/>
        <pc:sldMkLst>
          <pc:docMk/>
          <pc:sldMk cId="0" sldId="262"/>
        </pc:sldMkLst>
        <pc:spChg chg="del">
          <ac:chgData name="Mahmud Elmurodov" userId="05b60eda1ae57a74" providerId="LiveId" clId="{946892CE-ACB9-4EA6-ABA2-7197EAE08C24}" dt="2026-05-26T06:01:18.171" v="981" actId="478"/>
          <ac:spMkLst>
            <pc:docMk/>
            <pc:sldMk cId="0" sldId="262"/>
            <ac:spMk id="2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6:01:17.060" v="980" actId="478"/>
          <ac:spMkLst>
            <pc:docMk/>
            <pc:sldMk cId="0" sldId="262"/>
            <ac:spMk id="3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6:01:19.599" v="982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2:29.659" v="192" actId="478"/>
          <ac:spMkLst>
            <pc:docMk/>
            <pc:sldMk cId="0" sldId="262"/>
            <ac:spMk id="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39.058" v="990" actId="2711"/>
          <ac:spMkLst>
            <pc:docMk/>
            <pc:sldMk cId="0" sldId="262"/>
            <ac:spMk id="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39.058" v="990" actId="2711"/>
          <ac:spMkLst>
            <pc:docMk/>
            <pc:sldMk cId="0" sldId="262"/>
            <ac:spMk id="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39.058" v="990" actId="2711"/>
          <ac:spMkLst>
            <pc:docMk/>
            <pc:sldMk cId="0" sldId="262"/>
            <ac:spMk id="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39.058" v="990" actId="2711"/>
          <ac:spMkLst>
            <pc:docMk/>
            <pc:sldMk cId="0" sldId="262"/>
            <ac:spMk id="1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39.058" v="990" actId="2711"/>
          <ac:spMkLst>
            <pc:docMk/>
            <pc:sldMk cId="0" sldId="262"/>
            <ac:spMk id="1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39.058" v="990" actId="2711"/>
          <ac:spMkLst>
            <pc:docMk/>
            <pc:sldMk cId="0" sldId="262"/>
            <ac:spMk id="12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39.058" v="990" actId="2711"/>
          <ac:spMkLst>
            <pc:docMk/>
            <pc:sldMk cId="0" sldId="262"/>
            <ac:spMk id="1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39.058" v="990" actId="2711"/>
          <ac:spMkLst>
            <pc:docMk/>
            <pc:sldMk cId="0" sldId="262"/>
            <ac:spMk id="1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39.058" v="990" actId="2711"/>
          <ac:spMkLst>
            <pc:docMk/>
            <pc:sldMk cId="0" sldId="262"/>
            <ac:spMk id="1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39.058" v="990" actId="2711"/>
          <ac:spMkLst>
            <pc:docMk/>
            <pc:sldMk cId="0" sldId="262"/>
            <ac:spMk id="1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39.058" v="990" actId="2711"/>
          <ac:spMkLst>
            <pc:docMk/>
            <pc:sldMk cId="0" sldId="262"/>
            <ac:spMk id="17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39.058" v="990" actId="2711"/>
          <ac:spMkLst>
            <pc:docMk/>
            <pc:sldMk cId="0" sldId="262"/>
            <ac:spMk id="1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39.058" v="990" actId="2711"/>
          <ac:spMkLst>
            <pc:docMk/>
            <pc:sldMk cId="0" sldId="262"/>
            <ac:spMk id="19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2:51.676" v="195" actId="478"/>
          <ac:spMkLst>
            <pc:docMk/>
            <pc:sldMk cId="0" sldId="262"/>
            <ac:spMk id="20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2:34.706" v="193" actId="478"/>
          <ac:spMkLst>
            <pc:docMk/>
            <pc:sldMk cId="0" sldId="262"/>
            <ac:spMk id="21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2:36.715" v="194" actId="478"/>
          <ac:spMkLst>
            <pc:docMk/>
            <pc:sldMk cId="0" sldId="262"/>
            <ac:spMk id="22" creationId="{00000000-0000-0000-0000-000000000000}"/>
          </ac:spMkLst>
        </pc:spChg>
        <pc:picChg chg="mod">
          <ac:chgData name="Mahmud Elmurodov" userId="05b60eda1ae57a74" providerId="LiveId" clId="{946892CE-ACB9-4EA6-ABA2-7197EAE08C24}" dt="2026-05-26T05:24:38.478" v="479" actId="14100"/>
          <ac:picMkLst>
            <pc:docMk/>
            <pc:sldMk cId="0" sldId="262"/>
            <ac:picMk id="7" creationId="{00000000-0000-0000-0000-000000000000}"/>
          </ac:picMkLst>
        </pc:picChg>
      </pc:sldChg>
      <pc:sldChg chg="delSp modSp mod">
        <pc:chgData name="Mahmud Elmurodov" userId="05b60eda1ae57a74" providerId="LiveId" clId="{946892CE-ACB9-4EA6-ABA2-7197EAE08C24}" dt="2026-05-26T06:03:51.702" v="1074" actId="1037"/>
        <pc:sldMkLst>
          <pc:docMk/>
          <pc:sldMk cId="0" sldId="263"/>
        </pc:sldMkLst>
        <pc:spChg chg="del">
          <ac:chgData name="Mahmud Elmurodov" userId="05b60eda1ae57a74" providerId="LiveId" clId="{946892CE-ACB9-4EA6-ABA2-7197EAE08C24}" dt="2026-05-26T06:01:23.184" v="983" actId="478"/>
          <ac:spMkLst>
            <pc:docMk/>
            <pc:sldMk cId="0" sldId="263"/>
            <ac:spMk id="2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6:01:23.783" v="984" actId="478"/>
          <ac:spMkLst>
            <pc:docMk/>
            <pc:sldMk cId="0" sldId="263"/>
            <ac:spMk id="3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6:01:25.042" v="985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21:04.277" v="346" actId="478"/>
          <ac:spMkLst>
            <pc:docMk/>
            <pc:sldMk cId="0" sldId="263"/>
            <ac:spMk id="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3.377" v="991" actId="2711"/>
          <ac:spMkLst>
            <pc:docMk/>
            <pc:sldMk cId="0" sldId="263"/>
            <ac:spMk id="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3.377" v="991" actId="2711"/>
          <ac:spMkLst>
            <pc:docMk/>
            <pc:sldMk cId="0" sldId="263"/>
            <ac:spMk id="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3.377" v="991" actId="2711"/>
          <ac:spMkLst>
            <pc:docMk/>
            <pc:sldMk cId="0" sldId="263"/>
            <ac:spMk id="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3.377" v="991" actId="2711"/>
          <ac:spMkLst>
            <pc:docMk/>
            <pc:sldMk cId="0" sldId="263"/>
            <ac:spMk id="1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3.377" v="991" actId="2711"/>
          <ac:spMkLst>
            <pc:docMk/>
            <pc:sldMk cId="0" sldId="263"/>
            <ac:spMk id="1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3.377" v="991" actId="2711"/>
          <ac:spMkLst>
            <pc:docMk/>
            <pc:sldMk cId="0" sldId="263"/>
            <ac:spMk id="12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3.377" v="991" actId="2711"/>
          <ac:spMkLst>
            <pc:docMk/>
            <pc:sldMk cId="0" sldId="263"/>
            <ac:spMk id="1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3.377" v="991" actId="2711"/>
          <ac:spMkLst>
            <pc:docMk/>
            <pc:sldMk cId="0" sldId="263"/>
            <ac:spMk id="1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3.377" v="991" actId="2711"/>
          <ac:spMkLst>
            <pc:docMk/>
            <pc:sldMk cId="0" sldId="263"/>
            <ac:spMk id="1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3.377" v="991" actId="2711"/>
          <ac:spMkLst>
            <pc:docMk/>
            <pc:sldMk cId="0" sldId="263"/>
            <ac:spMk id="1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3.377" v="991" actId="2711"/>
          <ac:spMkLst>
            <pc:docMk/>
            <pc:sldMk cId="0" sldId="263"/>
            <ac:spMk id="17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3.377" v="991" actId="2711"/>
          <ac:spMkLst>
            <pc:docMk/>
            <pc:sldMk cId="0" sldId="263"/>
            <ac:spMk id="1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3.377" v="991" actId="2711"/>
          <ac:spMkLst>
            <pc:docMk/>
            <pc:sldMk cId="0" sldId="263"/>
            <ac:spMk id="1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3.377" v="991" actId="2711"/>
          <ac:spMkLst>
            <pc:docMk/>
            <pc:sldMk cId="0" sldId="263"/>
            <ac:spMk id="2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3.377" v="991" actId="2711"/>
          <ac:spMkLst>
            <pc:docMk/>
            <pc:sldMk cId="0" sldId="263"/>
            <ac:spMk id="2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3.377" v="991" actId="2711"/>
          <ac:spMkLst>
            <pc:docMk/>
            <pc:sldMk cId="0" sldId="263"/>
            <ac:spMk id="22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3.377" v="991" actId="2711"/>
          <ac:spMkLst>
            <pc:docMk/>
            <pc:sldMk cId="0" sldId="263"/>
            <ac:spMk id="2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3.377" v="991" actId="2711"/>
          <ac:spMkLst>
            <pc:docMk/>
            <pc:sldMk cId="0" sldId="263"/>
            <ac:spMk id="2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3.377" v="991" actId="2711"/>
          <ac:spMkLst>
            <pc:docMk/>
            <pc:sldMk cId="0" sldId="263"/>
            <ac:spMk id="2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3:51.702" v="1074" actId="1037"/>
          <ac:spMkLst>
            <pc:docMk/>
            <pc:sldMk cId="0" sldId="263"/>
            <ac:spMk id="2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3:01.641" v="1020" actId="14100"/>
          <ac:spMkLst>
            <pc:docMk/>
            <pc:sldMk cId="0" sldId="263"/>
            <ac:spMk id="27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3:37.556" v="1069" actId="1038"/>
          <ac:spMkLst>
            <pc:docMk/>
            <pc:sldMk cId="0" sldId="263"/>
            <ac:spMk id="2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3:32.753" v="1058" actId="1038"/>
          <ac:spMkLst>
            <pc:docMk/>
            <pc:sldMk cId="0" sldId="263"/>
            <ac:spMk id="2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3:27.386" v="1049" actId="1038"/>
          <ac:spMkLst>
            <pc:docMk/>
            <pc:sldMk cId="0" sldId="263"/>
            <ac:spMk id="3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3:24.899" v="1043" actId="1038"/>
          <ac:spMkLst>
            <pc:docMk/>
            <pc:sldMk cId="0" sldId="263"/>
            <ac:spMk id="3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3.377" v="991" actId="2711"/>
          <ac:spMkLst>
            <pc:docMk/>
            <pc:sldMk cId="0" sldId="263"/>
            <ac:spMk id="32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3.377" v="991" actId="2711"/>
          <ac:spMkLst>
            <pc:docMk/>
            <pc:sldMk cId="0" sldId="263"/>
            <ac:spMk id="33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20:59.025" v="344" actId="478"/>
          <ac:spMkLst>
            <pc:docMk/>
            <pc:sldMk cId="0" sldId="263"/>
            <ac:spMk id="34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21:01.777" v="345" actId="478"/>
          <ac:spMkLst>
            <pc:docMk/>
            <pc:sldMk cId="0" sldId="263"/>
            <ac:spMk id="35" creationId="{00000000-0000-0000-0000-000000000000}"/>
          </ac:spMkLst>
        </pc:spChg>
        <pc:picChg chg="mod modCrop">
          <ac:chgData name="Mahmud Elmurodov" userId="05b60eda1ae57a74" providerId="LiveId" clId="{946892CE-ACB9-4EA6-ABA2-7197EAE08C24}" dt="2026-05-26T05:20:50.768" v="343" actId="1076"/>
          <ac:picMkLst>
            <pc:docMk/>
            <pc:sldMk cId="0" sldId="263"/>
            <ac:picMk id="7" creationId="{00000000-0000-0000-0000-000000000000}"/>
          </ac:picMkLst>
        </pc:picChg>
      </pc:sldChg>
      <pc:sldChg chg="addSp delSp modSp mod">
        <pc:chgData name="Mahmud Elmurodov" userId="05b60eda1ae57a74" providerId="LiveId" clId="{946892CE-ACB9-4EA6-ABA2-7197EAE08C24}" dt="2026-05-26T06:01:47.403" v="992" actId="2711"/>
        <pc:sldMkLst>
          <pc:docMk/>
          <pc:sldMk cId="0" sldId="264"/>
        </pc:sldMkLst>
        <pc:spChg chg="del">
          <ac:chgData name="Mahmud Elmurodov" userId="05b60eda1ae57a74" providerId="LiveId" clId="{946892CE-ACB9-4EA6-ABA2-7197EAE08C24}" dt="2026-05-26T06:01:30.602" v="986" actId="478"/>
          <ac:spMkLst>
            <pc:docMk/>
            <pc:sldMk cId="0" sldId="264"/>
            <ac:spMk id="2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6:01:31.200" v="988" actId="478"/>
          <ac:spMkLst>
            <pc:docMk/>
            <pc:sldMk cId="0" sldId="264"/>
            <ac:spMk id="3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6:01:32.184" v="989" actId="478"/>
          <ac:spMkLst>
            <pc:docMk/>
            <pc:sldMk cId="0" sldId="264"/>
            <ac:spMk id="4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7:12.836" v="237" actId="478"/>
          <ac:spMkLst>
            <pc:docMk/>
            <pc:sldMk cId="0" sldId="264"/>
            <ac:spMk id="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7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1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1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12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1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1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1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1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17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1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1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2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2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22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2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24" creationId="{00000000-0000-0000-0000-000000000000}"/>
          </ac:spMkLst>
        </pc:spChg>
        <pc:spChg chg="add del mod">
          <ac:chgData name="Mahmud Elmurodov" userId="05b60eda1ae57a74" providerId="LiveId" clId="{946892CE-ACB9-4EA6-ABA2-7197EAE08C24}" dt="2026-05-26T05:28:33.740" v="583" actId="478"/>
          <ac:spMkLst>
            <pc:docMk/>
            <pc:sldMk cId="0" sldId="264"/>
            <ac:spMk id="25" creationId="{00000000-0000-0000-0000-000000000000}"/>
          </ac:spMkLst>
        </pc:spChg>
        <pc:spChg chg="add del mod">
          <ac:chgData name="Mahmud Elmurodov" userId="05b60eda1ae57a74" providerId="LiveId" clId="{946892CE-ACB9-4EA6-ABA2-7197EAE08C24}" dt="2026-05-26T05:28:22.262" v="580" actId="478"/>
          <ac:spMkLst>
            <pc:docMk/>
            <pc:sldMk cId="0" sldId="264"/>
            <ac:spMk id="26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5:28:13.541" v="574" actId="478"/>
          <ac:spMkLst>
            <pc:docMk/>
            <pc:sldMk cId="0" sldId="264"/>
            <ac:spMk id="27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5:28:15.007" v="575" actId="478"/>
          <ac:spMkLst>
            <pc:docMk/>
            <pc:sldMk cId="0" sldId="264"/>
            <ac:spMk id="28" creationId="{00000000-0000-0000-0000-000000000000}"/>
          </ac:spMkLst>
        </pc:spChg>
        <pc:spChg chg="add del 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2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3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3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32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3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3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3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3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37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3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3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4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4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42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4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4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4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4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47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4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4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5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5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52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5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5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5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5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57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5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47.403" v="992" actId="2711"/>
          <ac:spMkLst>
            <pc:docMk/>
            <pc:sldMk cId="0" sldId="264"/>
            <ac:spMk id="59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7:10.741" v="236" actId="478"/>
          <ac:spMkLst>
            <pc:docMk/>
            <pc:sldMk cId="0" sldId="264"/>
            <ac:spMk id="60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5:17:09.160" v="235" actId="478"/>
          <ac:spMkLst>
            <pc:docMk/>
            <pc:sldMk cId="0" sldId="264"/>
            <ac:spMk id="61" creationId="{00000000-0000-0000-0000-000000000000}"/>
          </ac:spMkLst>
        </pc:spChg>
      </pc:sldChg>
      <pc:sldChg chg="delSp modSp mod">
        <pc:chgData name="Mahmud Elmurodov" userId="05b60eda1ae57a74" providerId="LiveId" clId="{946892CE-ACB9-4EA6-ABA2-7197EAE08C24}" dt="2026-05-26T06:01:57.469" v="996" actId="2711"/>
        <pc:sldMkLst>
          <pc:docMk/>
          <pc:sldMk cId="0" sldId="265"/>
        </pc:sldMkLst>
        <pc:spChg chg="del">
          <ac:chgData name="Mahmud Elmurodov" userId="05b60eda1ae57a74" providerId="LiveId" clId="{946892CE-ACB9-4EA6-ABA2-7197EAE08C24}" dt="2026-05-26T06:01:50.399" v="993" actId="478"/>
          <ac:spMkLst>
            <pc:docMk/>
            <pc:sldMk cId="0" sldId="265"/>
            <ac:spMk id="2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6:01:51.375" v="994" actId="478"/>
          <ac:spMkLst>
            <pc:docMk/>
            <pc:sldMk cId="0" sldId="265"/>
            <ac:spMk id="3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6:01:52.356" v="995" actId="478"/>
          <ac:spMkLst>
            <pc:docMk/>
            <pc:sldMk cId="0" sldId="265"/>
            <ac:spMk id="4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9:43.286" v="330" actId="478"/>
          <ac:spMkLst>
            <pc:docMk/>
            <pc:sldMk cId="0" sldId="265"/>
            <ac:spMk id="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57.469" v="996" actId="2711"/>
          <ac:spMkLst>
            <pc:docMk/>
            <pc:sldMk cId="0" sldId="265"/>
            <ac:spMk id="6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57.469" v="996" actId="2711"/>
          <ac:spMkLst>
            <pc:docMk/>
            <pc:sldMk cId="0" sldId="265"/>
            <ac:spMk id="7" creationId="{00000000-0000-0000-0000-000000000000}"/>
          </ac:spMkLst>
        </pc:spChg>
        <pc:spChg chg="del mod">
          <ac:chgData name="Mahmud Elmurodov" userId="05b60eda1ae57a74" providerId="LiveId" clId="{946892CE-ACB9-4EA6-ABA2-7197EAE08C24}" dt="2026-05-26T05:14:03.570" v="197" actId="478"/>
          <ac:spMkLst>
            <pc:docMk/>
            <pc:sldMk cId="0" sldId="265"/>
            <ac:spMk id="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57.469" v="996" actId="2711"/>
          <ac:spMkLst>
            <pc:docMk/>
            <pc:sldMk cId="0" sldId="265"/>
            <ac:spMk id="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57.469" v="996" actId="2711"/>
          <ac:spMkLst>
            <pc:docMk/>
            <pc:sldMk cId="0" sldId="265"/>
            <ac:spMk id="1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57.469" v="996" actId="2711"/>
          <ac:spMkLst>
            <pc:docMk/>
            <pc:sldMk cId="0" sldId="265"/>
            <ac:spMk id="1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57.469" v="996" actId="2711"/>
          <ac:spMkLst>
            <pc:docMk/>
            <pc:sldMk cId="0" sldId="265"/>
            <ac:spMk id="12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57.469" v="996" actId="2711"/>
          <ac:spMkLst>
            <pc:docMk/>
            <pc:sldMk cId="0" sldId="265"/>
            <ac:spMk id="1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57.469" v="996" actId="2711"/>
          <ac:spMkLst>
            <pc:docMk/>
            <pc:sldMk cId="0" sldId="265"/>
            <ac:spMk id="1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57.469" v="996" actId="2711"/>
          <ac:spMkLst>
            <pc:docMk/>
            <pc:sldMk cId="0" sldId="265"/>
            <ac:spMk id="1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57.469" v="996" actId="2711"/>
          <ac:spMkLst>
            <pc:docMk/>
            <pc:sldMk cId="0" sldId="265"/>
            <ac:spMk id="16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4:05.786" v="198" actId="478"/>
          <ac:spMkLst>
            <pc:docMk/>
            <pc:sldMk cId="0" sldId="265"/>
            <ac:spMk id="17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57.469" v="996" actId="2711"/>
          <ac:spMkLst>
            <pc:docMk/>
            <pc:sldMk cId="0" sldId="265"/>
            <ac:spMk id="18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57.469" v="996" actId="2711"/>
          <ac:spMkLst>
            <pc:docMk/>
            <pc:sldMk cId="0" sldId="265"/>
            <ac:spMk id="19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57.469" v="996" actId="2711"/>
          <ac:spMkLst>
            <pc:docMk/>
            <pc:sldMk cId="0" sldId="265"/>
            <ac:spMk id="20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57.469" v="996" actId="2711"/>
          <ac:spMkLst>
            <pc:docMk/>
            <pc:sldMk cId="0" sldId="265"/>
            <ac:spMk id="21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57.469" v="996" actId="2711"/>
          <ac:spMkLst>
            <pc:docMk/>
            <pc:sldMk cId="0" sldId="265"/>
            <ac:spMk id="22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57.469" v="996" actId="2711"/>
          <ac:spMkLst>
            <pc:docMk/>
            <pc:sldMk cId="0" sldId="265"/>
            <ac:spMk id="23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57.469" v="996" actId="2711"/>
          <ac:spMkLst>
            <pc:docMk/>
            <pc:sldMk cId="0" sldId="265"/>
            <ac:spMk id="24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57.469" v="996" actId="2711"/>
          <ac:spMkLst>
            <pc:docMk/>
            <pc:sldMk cId="0" sldId="265"/>
            <ac:spMk id="25" creationId="{00000000-0000-0000-0000-000000000000}"/>
          </ac:spMkLst>
        </pc:spChg>
        <pc:spChg chg="mod">
          <ac:chgData name="Mahmud Elmurodov" userId="05b60eda1ae57a74" providerId="LiveId" clId="{946892CE-ACB9-4EA6-ABA2-7197EAE08C24}" dt="2026-05-26T06:01:57.469" v="996" actId="2711"/>
          <ac:spMkLst>
            <pc:docMk/>
            <pc:sldMk cId="0" sldId="265"/>
            <ac:spMk id="26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8:58.817" v="300" actId="478"/>
          <ac:spMkLst>
            <pc:docMk/>
            <pc:sldMk cId="0" sldId="265"/>
            <ac:spMk id="27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9:47.653" v="332" actId="478"/>
          <ac:spMkLst>
            <pc:docMk/>
            <pc:sldMk cId="0" sldId="265"/>
            <ac:spMk id="28" creationId="{00000000-0000-0000-0000-000000000000}"/>
          </ac:spMkLst>
        </pc:spChg>
        <pc:spChg chg="del">
          <ac:chgData name="Mahmud Elmurodov" userId="05b60eda1ae57a74" providerId="LiveId" clId="{946892CE-ACB9-4EA6-ABA2-7197EAE08C24}" dt="2026-05-26T05:19:45.448" v="331" actId="478"/>
          <ac:spMkLst>
            <pc:docMk/>
            <pc:sldMk cId="0" sldId="265"/>
            <ac:spMk id="2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0015B29-F8B3-4EF8-96B2-5773FADCC9E2}"/>
              </a:ext>
            </a:extLst>
          </p:cNvPr>
          <p:cNvSpPr/>
          <p:nvPr/>
        </p:nvSpPr>
        <p:spPr>
          <a:xfrm>
            <a:off x="7439026" y="4567718"/>
            <a:ext cx="4438342" cy="1089617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6BB8CB5-6197-4E0F-A60A-1A2B03CA0D56}"/>
              </a:ext>
            </a:extLst>
          </p:cNvPr>
          <p:cNvSpPr/>
          <p:nvPr/>
        </p:nvSpPr>
        <p:spPr>
          <a:xfrm>
            <a:off x="373625" y="4567718"/>
            <a:ext cx="6741549" cy="1089617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E15AD76-398A-4F66-851A-8656084D0993}"/>
              </a:ext>
            </a:extLst>
          </p:cNvPr>
          <p:cNvSpPr/>
          <p:nvPr/>
        </p:nvSpPr>
        <p:spPr>
          <a:xfrm>
            <a:off x="373625" y="1067727"/>
            <a:ext cx="11503742" cy="2638425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FC5086-EC8F-4E6A-8758-3B05BDE6539E}"/>
              </a:ext>
            </a:extLst>
          </p:cNvPr>
          <p:cNvSpPr txBox="1"/>
          <p:nvPr/>
        </p:nvSpPr>
        <p:spPr>
          <a:xfrm>
            <a:off x="2952750" y="1626027"/>
            <a:ext cx="8501063" cy="1521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1" dirty="0">
                <a:latin typeface="Times New Roman" panose="02020603050405020304" pitchFamily="18" charset="0"/>
                <a:ea typeface="DM Serif Display"/>
                <a:cs typeface="Times New Roman" panose="02020603050405020304" pitchFamily="18" charset="0"/>
                <a:sym typeface="DM Serif Display"/>
              </a:rPr>
              <a:t>O‘ZBEKISTON RESPUBLIKASI RAQAMLI TEXNOLOGIYALAR V AZIRLIGI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1" dirty="0">
                <a:latin typeface="Times New Roman" panose="02020603050405020304" pitchFamily="18" charset="0"/>
                <a:ea typeface="DM Serif Display"/>
                <a:cs typeface="Times New Roman" panose="02020603050405020304" pitchFamily="18" charset="0"/>
                <a:sym typeface="DM Serif Display"/>
              </a:rPr>
              <a:t>MUHAMMAD AL-XORAZMIY NOMIDAGI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1" dirty="0">
                <a:latin typeface="Times New Roman" panose="02020603050405020304" pitchFamily="18" charset="0"/>
                <a:ea typeface="DM Serif Display"/>
                <a:cs typeface="Times New Roman" panose="02020603050405020304" pitchFamily="18" charset="0"/>
                <a:sym typeface="DM Serif Display"/>
              </a:rPr>
              <a:t>TOSHKENT AXBOROT TEXNOLOGIYALARI UNIVERSITETI</a:t>
            </a: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24574339-31AE-4041-968A-5474052C5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1067727"/>
            <a:ext cx="2638425" cy="263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1A398CF-2417-4F97-8D5B-AA75B153322C}"/>
              </a:ext>
            </a:extLst>
          </p:cNvPr>
          <p:cNvSpPr txBox="1"/>
          <p:nvPr/>
        </p:nvSpPr>
        <p:spPr>
          <a:xfrm>
            <a:off x="550912" y="4583596"/>
            <a:ext cx="6162677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uz-Latn-UZ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Mavzu:</a:t>
            </a:r>
            <a:r>
              <a:rPr lang="uz-Latn-UZ" sz="2000" b="1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Latn-UZ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Mashinali o‘qitish asosida kasbga </a:t>
            </a:r>
            <a:endParaRPr lang="en-US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uz-Latn-UZ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yo‘naltiruvchi axborot tizimini ishlab chiqish</a:t>
            </a:r>
            <a:endParaRPr lang="en-CA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2A87D1-077B-4856-BB5F-D738B02BFE74}"/>
              </a:ext>
            </a:extLst>
          </p:cNvPr>
          <p:cNvSpPr txBox="1"/>
          <p:nvPr/>
        </p:nvSpPr>
        <p:spPr>
          <a:xfrm>
            <a:off x="7818340" y="4646245"/>
            <a:ext cx="3747627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ea typeface="DM Serif Display"/>
                <a:cs typeface="Times New Roman" panose="02020603050405020304" pitchFamily="18" charset="0"/>
                <a:sym typeface="DM Serif Display"/>
              </a:rPr>
              <a:t>Rahbar: </a:t>
            </a:r>
            <a:r>
              <a:rPr lang="en-US" dirty="0" err="1">
                <a:latin typeface="Times New Roman" panose="02020603050405020304" pitchFamily="18" charset="0"/>
                <a:ea typeface="DM Serif Display"/>
                <a:cs typeface="Times New Roman" panose="02020603050405020304" pitchFamily="18" charset="0"/>
                <a:sym typeface="DM Serif Display"/>
              </a:rPr>
              <a:t>Yadgorov</a:t>
            </a:r>
            <a:r>
              <a:rPr lang="en-US" dirty="0">
                <a:latin typeface="Times New Roman" panose="02020603050405020304" pitchFamily="18" charset="0"/>
                <a:ea typeface="DM Serif Display"/>
                <a:cs typeface="Times New Roman" panose="02020603050405020304" pitchFamily="18" charset="0"/>
                <a:sym typeface="DM Serif Display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DM Serif Display"/>
                <a:cs typeface="Times New Roman" panose="02020603050405020304" pitchFamily="18" charset="0"/>
                <a:sym typeface="DM Serif Display"/>
              </a:rPr>
              <a:t>Feruz</a:t>
            </a:r>
            <a:endParaRPr lang="en-US" altLang="en-US" sz="1800" dirty="0">
              <a:latin typeface="Times New Roman" panose="02020603050405020304" pitchFamily="18" charset="0"/>
              <a:ea typeface="DM Serif Display"/>
              <a:cs typeface="Times New Roman" panose="02020603050405020304" pitchFamily="18" charset="0"/>
              <a:sym typeface="DM Serif Display"/>
            </a:endParaRPr>
          </a:p>
          <a:p>
            <a:pPr algn="ctr">
              <a:lnSpc>
                <a:spcPct val="150000"/>
              </a:lnSpc>
            </a:pPr>
            <a:r>
              <a:rPr lang="en-US" sz="1800" dirty="0" err="1">
                <a:latin typeface="Times New Roman" panose="02020603050405020304" pitchFamily="18" charset="0"/>
                <a:ea typeface="DM Serif Display"/>
                <a:cs typeface="Times New Roman" panose="02020603050405020304" pitchFamily="18" charset="0"/>
                <a:sym typeface="DM Serif Display"/>
              </a:rPr>
              <a:t>Bitiruvchi</a:t>
            </a:r>
            <a:r>
              <a:rPr lang="en-US" sz="1800" dirty="0">
                <a:latin typeface="Times New Roman" panose="02020603050405020304" pitchFamily="18" charset="0"/>
                <a:ea typeface="DM Serif Display"/>
                <a:cs typeface="Times New Roman" panose="02020603050405020304" pitchFamily="18" charset="0"/>
                <a:sym typeface="DM Serif Display"/>
              </a:rPr>
              <a:t>: </a:t>
            </a:r>
            <a:r>
              <a:rPr lang="en-US" altLang="en-US" sz="1800" dirty="0">
                <a:latin typeface="Times New Roman" panose="02020603050405020304" pitchFamily="18" charset="0"/>
                <a:ea typeface="DM Serif Display"/>
                <a:cs typeface="Times New Roman" panose="02020603050405020304" pitchFamily="18" charset="0"/>
                <a:sym typeface="DM Serif Display"/>
              </a:rPr>
              <a:t>Elmurodov Mahmud</a:t>
            </a:r>
            <a:endParaRPr lang="en-US" sz="1800" dirty="0">
              <a:latin typeface="Times New Roman" panose="02020603050405020304" pitchFamily="18" charset="0"/>
              <a:ea typeface="DM Serif Display"/>
              <a:cs typeface="Times New Roman" panose="02020603050405020304" pitchFamily="18" charset="0"/>
              <a:sym typeface="DM Serif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72428" y="410532"/>
            <a:ext cx="10972800" cy="786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 dirty="0" err="1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Mavzuning</a:t>
            </a:r>
            <a:r>
              <a:rPr sz="5200" b="1" i="0" dirty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200" b="1" i="0" dirty="0" err="1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dolzarbligi</a:t>
            </a:r>
            <a:endParaRPr sz="5200" b="1" i="0" dirty="0">
              <a:solidFill>
                <a:srgbClr val="1E3A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72428" y="1324932"/>
            <a:ext cx="26060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6748" y="1513716"/>
            <a:ext cx="20574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 dirty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157" y="2425102"/>
            <a:ext cx="2057400" cy="62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Tanlagan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kasbidan</a:t>
            </a:r>
            <a:endParaRPr sz="1600" b="0" i="0" dirty="0">
              <a:solidFill>
                <a:srgbClr val="1F29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35000"/>
              </a:lnSpc>
            </a:pP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pushaymon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yoshlar</a:t>
            </a:r>
            <a:endParaRPr sz="1600" b="0" i="0" dirty="0">
              <a:solidFill>
                <a:srgbClr val="1F29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6748" y="3337100"/>
            <a:ext cx="2057400" cy="308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1" i="0" spc="50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FlexJobs</a:t>
            </a:r>
            <a:r>
              <a:rPr b="1" i="0" spc="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2023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3060" y="1324932"/>
            <a:ext cx="26060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17380" y="1503884"/>
            <a:ext cx="20574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 dirty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2516" y="2434523"/>
            <a:ext cx="2057400" cy="62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Ixtisosga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endParaRPr sz="1600" b="0" i="0" dirty="0">
              <a:solidFill>
                <a:srgbClr val="1F29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35000"/>
              </a:lnSpc>
            </a:pP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ishlamaydiganlar</a:t>
            </a:r>
            <a:endParaRPr sz="1600" b="0" i="0" dirty="0">
              <a:solidFill>
                <a:srgbClr val="1F29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17380" y="3337100"/>
            <a:ext cx="2057400" cy="308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1" i="0" spc="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OAK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3692" y="1324932"/>
            <a:ext cx="26060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88012" y="1513716"/>
            <a:ext cx="20574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 dirty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8012" y="2383425"/>
            <a:ext cx="2057400" cy="62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yoshlar</a:t>
            </a:r>
            <a:endParaRPr sz="1600" b="0" i="0" dirty="0">
              <a:solidFill>
                <a:srgbClr val="1F29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35000"/>
              </a:lnSpc>
            </a:pP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ishsizligi</a:t>
            </a:r>
            <a:endParaRPr sz="1600" b="0" i="0" dirty="0">
              <a:solidFill>
                <a:srgbClr val="1F29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88012" y="3337100"/>
            <a:ext cx="2057400" cy="308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1" i="0" spc="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ILO · 2024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4324" y="1324932"/>
            <a:ext cx="260604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58644" y="1523548"/>
            <a:ext cx="20574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 i="0" dirty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5–7 </a:t>
            </a:r>
            <a:r>
              <a:rPr sz="4200" b="1" i="0" dirty="0" err="1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yil</a:t>
            </a:r>
            <a:endParaRPr sz="4200" b="1" i="0" dirty="0">
              <a:solidFill>
                <a:srgbClr val="1E3A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03780" y="2369268"/>
            <a:ext cx="2057400" cy="628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Kasb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almashtirishga</a:t>
            </a:r>
            <a:endParaRPr sz="1600" b="0" i="0" dirty="0">
              <a:solidFill>
                <a:srgbClr val="1F29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35000"/>
              </a:lnSpc>
            </a:pP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ketadigan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vaqt</a:t>
            </a:r>
            <a:endParaRPr sz="1600" b="0" i="0" dirty="0">
              <a:solidFill>
                <a:srgbClr val="1F29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58644" y="3337100"/>
            <a:ext cx="2057400" cy="308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1" i="0" spc="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OECD</a:t>
            </a:r>
          </a:p>
        </p:txBody>
      </p:sp>
      <p:pic>
        <p:nvPicPr>
          <p:cNvPr id="27" name="Picture 26" descr="chart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521" y="3787697"/>
            <a:ext cx="7220802" cy="30498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31520" y="868680"/>
            <a:ext cx="10972800" cy="786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Kasbim — AI yordamida tavsiya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0698480" cy="360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O'zbek tilida </a:t>
            </a:r>
            <a:r>
              <a:rPr sz="20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303 kasb</a:t>
            </a:r>
            <a:r>
              <a:rPr sz="2000" b="0" i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uchun shaxsiy tavsiya  ·  </a:t>
            </a:r>
            <a:r>
              <a:rPr sz="2000" b="1" i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daqiqada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329184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7315200" cy="202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40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2743200" cy="337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77640"/>
            <a:ext cx="1005840" cy="303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014216"/>
            <a:ext cx="1828800" cy="252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RIASEC savol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43400"/>
            <a:ext cx="1005840" cy="303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 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379976"/>
            <a:ext cx="1828800" cy="252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qiziqish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09160"/>
            <a:ext cx="1005840" cy="303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 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745736"/>
            <a:ext cx="1828800" cy="252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sevimli fan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544250"/>
            <a:ext cx="594360" cy="7753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600" b="1" i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2697480"/>
            <a:ext cx="2743200" cy="246888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37760" y="2971800"/>
            <a:ext cx="7315200" cy="202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40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383280"/>
            <a:ext cx="2194560" cy="337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Tahlil</a:t>
            </a:r>
          </a:p>
        </p:txBody>
      </p:sp>
      <p:pic>
        <p:nvPicPr>
          <p:cNvPr id="22" name="Picture 21" descr="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3840480"/>
            <a:ext cx="1737360" cy="10058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63440" y="4754880"/>
            <a:ext cx="2743200" cy="202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1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544250"/>
            <a:ext cx="594360" cy="7753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600" b="1" i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697480"/>
            <a:ext cx="3413455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21040" y="2971800"/>
            <a:ext cx="7315200" cy="202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40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383280"/>
            <a:ext cx="2864815" cy="337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Top-5 kasb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3977640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21040" y="4036542"/>
            <a:ext cx="320040" cy="202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4055542"/>
            <a:ext cx="1463040" cy="2190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Scientist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95560" y="4096512"/>
            <a:ext cx="640080" cy="9144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195560" y="4096512"/>
            <a:ext cx="563270" cy="9144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881360" y="4036542"/>
            <a:ext cx="548640" cy="202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88%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4343400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21040" y="4402302"/>
            <a:ext cx="320040" cy="202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4421302"/>
            <a:ext cx="1463040" cy="2190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Engineer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95560" y="4462272"/>
            <a:ext cx="640080" cy="9144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10195560" y="4462272"/>
            <a:ext cx="537667" cy="9144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881360" y="4402302"/>
            <a:ext cx="548640" cy="202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21040" y="4709160"/>
            <a:ext cx="320040" cy="32004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21040" y="4768062"/>
            <a:ext cx="320040" cy="202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2520" y="4787062"/>
            <a:ext cx="1463040" cy="2190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Dev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95560" y="4828032"/>
            <a:ext cx="640080" cy="9144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0195560" y="4828032"/>
            <a:ext cx="505663" cy="9144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881360" y="4768062"/>
            <a:ext cx="548640" cy="2022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79%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440680"/>
            <a:ext cx="2545003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05840" y="5577840"/>
            <a:ext cx="2087803" cy="370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" y="6007608"/>
            <a:ext cx="2087803" cy="219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o'zbek tilida ML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459403" y="5440680"/>
            <a:ext cx="2545003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733723" y="5577840"/>
            <a:ext cx="2087803" cy="370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88%+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33723" y="6007608"/>
            <a:ext cx="2087803" cy="219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ilmiy aniqligi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87287" y="5440680"/>
            <a:ext cx="2545003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61607" y="5577840"/>
            <a:ext cx="2087803" cy="370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Izohli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61607" y="6007608"/>
            <a:ext cx="2087803" cy="219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 tavsiya sababli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15171" y="5440680"/>
            <a:ext cx="2545003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189491" y="5577840"/>
            <a:ext cx="2087803" cy="370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CA8A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Roadmap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9491" y="6007608"/>
            <a:ext cx="2087803" cy="219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oylik o'rganish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14E56A-75F5-4188-9094-05B001A2A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657" y="4758476"/>
            <a:ext cx="1152686" cy="2476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31520" y="731032"/>
            <a:ext cx="10972800" cy="786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 arxitekturasi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152"/>
            <a:ext cx="10698480" cy="2696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qatlamli mikrokomponent · REST API · Render.com da deploy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3747" y="2696992"/>
            <a:ext cx="23774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478127" y="3017032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FAFAF7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78127" y="3181971"/>
            <a:ext cx="868680" cy="5388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747" y="4022872"/>
            <a:ext cx="2377440" cy="303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spc="15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747" y="4480072"/>
            <a:ext cx="2377440" cy="234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1187" y="3587166"/>
            <a:ext cx="411480" cy="505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2667" y="2696992"/>
            <a:ext cx="23774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267047" y="3017032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FAFAF7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67047" y="3182003"/>
            <a:ext cx="868680" cy="5387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2667" y="4022872"/>
            <a:ext cx="2377440" cy="303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spc="15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2667" y="4480072"/>
            <a:ext cx="2377440" cy="234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sz="1300" b="0" i="0" dirty="0">
              <a:solidFill>
                <a:srgbClr val="647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90107" y="3587166"/>
            <a:ext cx="411480" cy="505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1587" y="2696992"/>
            <a:ext cx="23774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055967" y="3017032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FAFAF7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55967" y="3182003"/>
            <a:ext cx="868680" cy="5387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1587" y="4022872"/>
            <a:ext cx="2377440" cy="303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spc="15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SERVISI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1587" y="4480072"/>
            <a:ext cx="2377440" cy="234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79027" y="3587166"/>
            <a:ext cx="411480" cy="5056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0507" y="2696992"/>
            <a:ext cx="23774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844887" y="3017032"/>
            <a:ext cx="868680" cy="868680"/>
          </a:xfrm>
          <a:prstGeom prst="roundRect">
            <a:avLst>
              <a:gd name="adj" fmla="val 50000"/>
            </a:avLst>
          </a:prstGeom>
          <a:solidFill>
            <a:srgbClr val="FAFAF7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844887" y="3181971"/>
            <a:ext cx="868680" cy="5388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CA8A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0507" y="4022872"/>
            <a:ext cx="2377440" cy="303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 spc="15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0507" y="4480072"/>
            <a:ext cx="2377440" cy="234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531632"/>
            <a:ext cx="10698480" cy="219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 spc="10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endpoints:  /api/auth  ·  /api/test  ·  /api/predict  ·  /api/admin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31520" y="868680"/>
            <a:ext cx="10972800" cy="786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Filtering</a:t>
            </a:r>
          </a:p>
        </p:txBody>
      </p:sp>
      <p:pic>
        <p:nvPicPr>
          <p:cNvPr id="7" name="Picture 6" descr="vecto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37004"/>
            <a:ext cx="5943600" cy="3840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0" y="2250600"/>
            <a:ext cx="4572000" cy="202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spc="40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BOSQICHLI ALGORITM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75352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0" y="2898992"/>
            <a:ext cx="594360" cy="303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771808"/>
            <a:ext cx="3657600" cy="2864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 → 101D vektor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137568"/>
            <a:ext cx="3657600" cy="234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RIASEC + 30 kategoriya + 33 qiziqish + 32 fan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380508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0" y="3950552"/>
            <a:ext cx="594360" cy="303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823368"/>
            <a:ext cx="3657600" cy="2864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Burchak orqali o'xshashlik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189128"/>
            <a:ext cx="3657600" cy="234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 kasb bilan kosinus burchagi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4856640"/>
            <a:ext cx="594360" cy="59436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0" y="5002112"/>
            <a:ext cx="594360" cy="3034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874928"/>
            <a:ext cx="3657600" cy="2864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Tartiblash → top-5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5240688"/>
            <a:ext cx="3657600" cy="234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303 kasbdan eng mosi (&lt;1 ms)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31520" y="868680"/>
            <a:ext cx="10972800" cy="786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RIASEC psixometrik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7607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22631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328006"/>
            <a:ext cx="36576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11175"/>
            <a:ext cx="182880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Realistik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328006"/>
            <a:ext cx="301752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muhandis · texnik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61488"/>
            <a:ext cx="57607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68680" y="28300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2894934"/>
            <a:ext cx="36576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878103"/>
            <a:ext cx="182880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Tadqiqotchi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894934"/>
            <a:ext cx="301752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olim · dasturchi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28416"/>
            <a:ext cx="57607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8680" y="33969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8680" y="3461862"/>
            <a:ext cx="36576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445031"/>
            <a:ext cx="182880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Ijodkor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461862"/>
            <a:ext cx="301752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dizayner · musiqachi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895344"/>
            <a:ext cx="57607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68680" y="39639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8680" y="4028790"/>
            <a:ext cx="36576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CA8A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011959"/>
            <a:ext cx="182880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Ijtimoiy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028790"/>
            <a:ext cx="301752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o'qituvchi · vrach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462272"/>
            <a:ext cx="57607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68680" y="453085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8680" y="4595718"/>
            <a:ext cx="36576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578887"/>
            <a:ext cx="182880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Tadbirkor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595718"/>
            <a:ext cx="301752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menejer · advokat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029200"/>
            <a:ext cx="57607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68680" y="50977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68680" y="5162646"/>
            <a:ext cx="36576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5145815"/>
            <a:ext cx="1828800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Konvensional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5162646"/>
            <a:ext cx="301752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buxgalter · analitik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852160"/>
            <a:ext cx="5760720" cy="236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ta savol  ×  Likert 1–5  →  har tip uchun 0–10 ball</a:t>
            </a:r>
          </a:p>
        </p:txBody>
      </p:sp>
      <p:pic>
        <p:nvPicPr>
          <p:cNvPr id="38" name="Picture 37" descr="riasec_hexag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754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31520" y="868680"/>
            <a:ext cx="10972800" cy="786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modelni taqqoslash</a:t>
            </a:r>
          </a:p>
        </p:txBody>
      </p:sp>
      <p:pic>
        <p:nvPicPr>
          <p:cNvPr id="7" name="Picture 6" descr="char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18" y="1777365"/>
            <a:ext cx="8390614" cy="45948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0" y="1777365"/>
            <a:ext cx="31089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686800" y="1777365"/>
            <a:ext cx="310896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15400" y="2005965"/>
            <a:ext cx="2651760" cy="603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88.45%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646045"/>
            <a:ext cx="2651760" cy="295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Precision@5</a:t>
            </a:r>
            <a:r>
              <a:rPr lang="en-US"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endParaRPr sz="1600" b="0" i="0" dirty="0">
              <a:solidFill>
                <a:srgbClr val="1F29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0" y="3337560"/>
            <a:ext cx="31089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686800" y="3337560"/>
            <a:ext cx="3108960" cy="5486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15400" y="3566160"/>
            <a:ext cx="2651760" cy="603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 dirty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53.6×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4206240"/>
            <a:ext cx="2651760" cy="295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lang="en-CA"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asodifdan</a:t>
            </a: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aniqroq</a:t>
            </a:r>
            <a:endParaRPr sz="1600" b="0" i="0" dirty="0">
              <a:solidFill>
                <a:srgbClr val="1F29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686800" y="4907280"/>
            <a:ext cx="31089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686800" y="4907280"/>
            <a:ext cx="310896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15400" y="5135880"/>
            <a:ext cx="2651760" cy="6031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 dirty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5775960"/>
            <a:ext cx="2651760" cy="295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303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kasbni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qamrab</a:t>
            </a: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endParaRPr sz="1600" b="0" i="0" dirty="0">
              <a:solidFill>
                <a:srgbClr val="1F29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62000" y="620315"/>
            <a:ext cx="10972800" cy="786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 dirty="0" err="1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Modelni</a:t>
            </a:r>
            <a:r>
              <a:rPr sz="5200" b="1" i="0" dirty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200" b="1" i="0" dirty="0" err="1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sz="5200" b="1" i="0" dirty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200" b="1" i="0" dirty="0" err="1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sinaganmiz</a:t>
            </a:r>
            <a:endParaRPr sz="5200" b="1" i="0" dirty="0">
              <a:solidFill>
                <a:srgbClr val="1E3A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pipeline.png"/>
          <p:cNvPicPr>
            <a:picLocks noChangeAspect="1"/>
          </p:cNvPicPr>
          <p:nvPr/>
        </p:nvPicPr>
        <p:blipFill rotWithShape="1">
          <a:blip r:embed="rId2"/>
          <a:srcRect l="6071" t="11884" r="5966" b="20441"/>
          <a:stretch/>
        </p:blipFill>
        <p:spPr>
          <a:xfrm>
            <a:off x="677633" y="1686400"/>
            <a:ext cx="10836427" cy="226599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2000" y="4438650"/>
            <a:ext cx="516636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4575810"/>
            <a:ext cx="4617720" cy="274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3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TAQQOSLANGAN MODELLAR (6)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5078730"/>
            <a:ext cx="969264" cy="365760"/>
          </a:xfrm>
          <a:prstGeom prst="roundRect">
            <a:avLst>
              <a:gd name="adj" fmla="val 50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5124425"/>
            <a:ext cx="969264" cy="2743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 spc="50" dirty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48256" y="507873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48256" y="5124425"/>
            <a:ext cx="1371600" cy="2743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 spc="50" dirty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5078730"/>
            <a:ext cx="969264" cy="365760"/>
          </a:xfrm>
          <a:prstGeom prst="roundRect">
            <a:avLst>
              <a:gd name="adj" fmla="val 50000"/>
            </a:avLst>
          </a:prstGeom>
          <a:solidFill>
            <a:srgbClr val="FA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93008" y="5124425"/>
            <a:ext cx="969264" cy="2743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 spc="50" dirty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CF-NMF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5535930"/>
            <a:ext cx="969264" cy="365760"/>
          </a:xfrm>
          <a:prstGeom prst="roundRect">
            <a:avLst>
              <a:gd name="adj" fmla="val 50000"/>
            </a:avLst>
          </a:prstGeom>
          <a:solidFill>
            <a:srgbClr val="FA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05840" y="5581625"/>
            <a:ext cx="969264" cy="2743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 spc="50" dirty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CF-SVD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48256" y="5535930"/>
            <a:ext cx="1673352" cy="365760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48256" y="5581625"/>
            <a:ext cx="1673352" cy="2743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 spc="50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4760" y="5535930"/>
            <a:ext cx="969264" cy="365760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94760" y="5581625"/>
            <a:ext cx="969264" cy="2743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 spc="50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438650"/>
            <a:ext cx="516636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37960" y="4575810"/>
            <a:ext cx="4617720" cy="274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3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BAHOLASH METRIKALARI (5)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5078730"/>
            <a:ext cx="1472184" cy="365760"/>
          </a:xfrm>
          <a:prstGeom prst="roundRect">
            <a:avLst>
              <a:gd name="adj" fmla="val 50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37960" y="5124425"/>
            <a:ext cx="1472184" cy="2743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 spc="50" dirty="0" err="1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Precision@K</a:t>
            </a:r>
            <a:endParaRPr sz="1600" b="1" i="0" spc="50" dirty="0">
              <a:solidFill>
                <a:srgbClr val="1E3A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45195" y="5078730"/>
            <a:ext cx="1128141" cy="365760"/>
          </a:xfrm>
          <a:prstGeom prst="roundRect">
            <a:avLst>
              <a:gd name="adj" fmla="val 50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83296" y="5126766"/>
            <a:ext cx="1042416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 spc="50" dirty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NDCG@K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0487" y="5078730"/>
            <a:ext cx="667512" cy="365760"/>
          </a:xfrm>
          <a:prstGeom prst="roundRect">
            <a:avLst>
              <a:gd name="adj" fmla="val 50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11437" y="5124425"/>
            <a:ext cx="667512" cy="2743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 spc="50" dirty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23526" y="5078730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66401" y="5095584"/>
            <a:ext cx="915924" cy="2696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 spc="50" dirty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Hit Rate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5535930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37960" y="5581625"/>
            <a:ext cx="1170432" cy="2743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 spc="50" dirty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31520" y="868680"/>
            <a:ext cx="10972800" cy="786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Sayt ishlamoqda  · 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53035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352024"/>
            <a:ext cx="5303520" cy="3708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kasbim-frontend.onrender.com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5303520" cy="274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4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3766167"/>
            <a:ext cx="1170432" cy="240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50" dirty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75104" y="3703320"/>
            <a:ext cx="768096" cy="365760"/>
          </a:xfrm>
          <a:prstGeom prst="roundRect">
            <a:avLst>
              <a:gd name="adj" fmla="val 50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75104" y="3766167"/>
            <a:ext cx="768096" cy="240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50" dirty="0" err="1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endParaRPr sz="1400" b="1" i="0" spc="50" dirty="0">
              <a:solidFill>
                <a:srgbClr val="1E3A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816352" y="3703320"/>
            <a:ext cx="1170432" cy="365760"/>
          </a:xfrm>
          <a:prstGeom prst="roundRect">
            <a:avLst>
              <a:gd name="adj" fmla="val 50000"/>
            </a:avLst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16352" y="3766167"/>
            <a:ext cx="1170432" cy="240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50" dirty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Tailwind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59936" y="3703320"/>
            <a:ext cx="1069848" cy="365760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59936" y="3766167"/>
            <a:ext cx="1069848" cy="240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50" dirty="0" err="1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sz="1400" b="1" i="0" spc="50" dirty="0">
              <a:solidFill>
                <a:srgbClr val="0F766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202936" y="37033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02936" y="3766167"/>
            <a:ext cx="1371600" cy="240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50" dirty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60520"/>
            <a:ext cx="1572768" cy="365760"/>
          </a:xfrm>
          <a:prstGeom prst="roundRect">
            <a:avLst>
              <a:gd name="adj" fmla="val 50000"/>
            </a:avLst>
          </a:prstGeom>
          <a:solidFill>
            <a:srgbClr val="FA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4223367"/>
            <a:ext cx="1572768" cy="2400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spc="50" dirty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54880"/>
            <a:ext cx="5303520" cy="274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 spc="4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QADAM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20640"/>
            <a:ext cx="5303520" cy="255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Ro'yxat</a:t>
            </a:r>
            <a:r>
              <a:rPr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30 </a:t>
            </a:r>
            <a:r>
              <a:rPr sz="14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</a:t>
            </a:r>
            <a:r>
              <a:rPr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4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Qiziqishlar</a:t>
            </a:r>
            <a:r>
              <a:rPr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400" b="1" i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Top-5</a:t>
            </a:r>
            <a:r>
              <a:rPr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Roadmap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91324" y="2103120"/>
            <a:ext cx="5210175" cy="39319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88605" y="2194535"/>
            <a:ext cx="3931920" cy="2743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kasbim</a:t>
            </a:r>
            <a:r>
              <a:rPr sz="1600" b="0" i="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top-5 </a:t>
            </a:r>
            <a:r>
              <a:rPr sz="1600" b="0" i="0" dirty="0" err="1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tavsiyalar</a:t>
            </a:r>
            <a:endParaRPr sz="1600" b="0" i="0" dirty="0">
              <a:solidFill>
                <a:srgbClr val="647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019925" y="278892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19925" y="2913967"/>
            <a:ext cx="502920" cy="25282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05725" y="2922366"/>
            <a:ext cx="201168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Scientist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08845" y="2990088"/>
            <a:ext cx="1280160" cy="118872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808845" y="2990088"/>
            <a:ext cx="1126540" cy="1188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226165" y="2922366"/>
            <a:ext cx="54864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88%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19925" y="3410712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19925" y="3535759"/>
            <a:ext cx="502920" cy="25282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05725" y="3544158"/>
            <a:ext cx="201168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Engineer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08845" y="3611880"/>
            <a:ext cx="1280160" cy="118872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808845" y="3611880"/>
            <a:ext cx="1075334" cy="1188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226165" y="3544158"/>
            <a:ext cx="54864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19925" y="4032504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19925" y="4157551"/>
            <a:ext cx="502920" cy="25282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05725" y="4165950"/>
            <a:ext cx="201168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08845" y="4233672"/>
            <a:ext cx="1280160" cy="118872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808845" y="4233672"/>
            <a:ext cx="1011326" cy="1188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226165" y="4165950"/>
            <a:ext cx="54864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79%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19925" y="4654296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019925" y="4779343"/>
            <a:ext cx="502920" cy="25282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05725" y="4787742"/>
            <a:ext cx="201168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08845" y="4855464"/>
            <a:ext cx="1280160" cy="118872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9808845" y="4855464"/>
            <a:ext cx="972921" cy="1188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1226165" y="4787742"/>
            <a:ext cx="54864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76%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19925" y="5276088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019925" y="5401135"/>
            <a:ext cx="502920" cy="25282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05725" y="5409534"/>
            <a:ext cx="201168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Scientist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08845" y="5477256"/>
            <a:ext cx="1280160" cy="118872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9808845" y="5477256"/>
            <a:ext cx="908913" cy="11887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226165" y="5409534"/>
            <a:ext cx="548640" cy="2360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400" b="1" i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71%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31520" y="868680"/>
            <a:ext cx="10972800" cy="665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Xulosa va kelajak rejalari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530352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846320" cy="219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40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ERISHILDI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80360"/>
            <a:ext cx="274320" cy="269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80360"/>
            <a:ext cx="4572000" cy="286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O'zbek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tilida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ML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kasb-tavsiya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tizimi</a:t>
            </a:r>
            <a:endParaRPr sz="1600" b="0" i="0" dirty="0">
              <a:solidFill>
                <a:srgbClr val="1F29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0160" y="3383280"/>
            <a:ext cx="274320" cy="269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83280"/>
            <a:ext cx="4572000" cy="286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88.45% Precision@5 —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ilmiy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darajada</a:t>
            </a:r>
            <a:endParaRPr sz="1600" b="0" i="0" dirty="0">
              <a:solidFill>
                <a:srgbClr val="1F29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80160" y="3886200"/>
            <a:ext cx="274320" cy="269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76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886200"/>
            <a:ext cx="4572000" cy="286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Internetga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joylashtirilgan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ochiq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kodli</a:t>
            </a:r>
            <a:endParaRPr sz="1600" b="0" i="0" dirty="0">
              <a:solidFill>
                <a:srgbClr val="1F29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09360" y="2103120"/>
            <a:ext cx="530352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37960" y="2331720"/>
            <a:ext cx="4846320" cy="219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spc="40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KELAJAK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880360"/>
            <a:ext cx="274320" cy="303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880360"/>
            <a:ext cx="4297680" cy="286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→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383280"/>
            <a:ext cx="274320" cy="303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383280"/>
            <a:ext cx="4297680" cy="286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HeadHunter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EmployUz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integratsiya</a:t>
            </a:r>
            <a:endParaRPr sz="1600" b="0" i="0" dirty="0">
              <a:solidFill>
                <a:srgbClr val="1F29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0" y="3886200"/>
            <a:ext cx="274320" cy="303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D977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886200"/>
            <a:ext cx="4297680" cy="286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Telegram-bot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maktab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tizimiga</a:t>
            </a:r>
            <a:r>
              <a:rPr sz="1600" b="0" i="0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i="0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taklif</a:t>
            </a:r>
            <a:endParaRPr sz="1600" b="0" i="0" dirty="0">
              <a:solidFill>
                <a:srgbClr val="1F29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31520" y="4937760"/>
            <a:ext cx="10698480" cy="1280160"/>
          </a:xfrm>
          <a:prstGeom prst="roundRect">
            <a:avLst>
              <a:gd name="adj" fmla="val 4000"/>
            </a:avLst>
          </a:prstGeom>
          <a:solidFill>
            <a:srgbClr val="FBFBF8"/>
          </a:solidFill>
          <a:ln w="1524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" y="5156835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200" b="1" i="0" dirty="0" err="1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E'tiboringiz</a:t>
            </a:r>
            <a:r>
              <a:rPr sz="4200" b="1" i="0" dirty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00" b="1" i="0" dirty="0" err="1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sz="4200" b="1" i="0" dirty="0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200" b="1" i="0" dirty="0" err="1">
                <a:solidFill>
                  <a:srgbClr val="1E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rahmat</a:t>
            </a:r>
            <a:endParaRPr sz="4200" b="1" i="0" dirty="0">
              <a:solidFill>
                <a:srgbClr val="1E3A5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438</Words>
  <Application>Microsoft Office PowerPoint</Application>
  <PresentationFormat>Widescreen</PresentationFormat>
  <Paragraphs>171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Mahmud Elmurodov</cp:lastModifiedBy>
  <cp:revision>9</cp:revision>
  <dcterms:created xsi:type="dcterms:W3CDTF">2013-01-27T09:14:16Z</dcterms:created>
  <dcterms:modified xsi:type="dcterms:W3CDTF">2026-05-26T07:59:30Z</dcterms:modified>
  <cp:category/>
</cp:coreProperties>
</file>